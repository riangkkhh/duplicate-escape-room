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4F6FBB-3837-F952-1424-ABED5FA0A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8C1B2FE-8C5A-92C0-3FFE-E3962CA70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61FA94A-99ED-21F4-9181-A66C910C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4FC016-053F-C87B-4C83-973D0166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1370938-D274-EFBA-2D32-B956ED74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069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BB684B9-4C54-4CCB-A328-F7518BFE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1E3CC81-4369-5F77-17E1-6EE36C475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3CE5D4E-9115-99F6-C6BE-6F27E7706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40DE3EF-0366-27CF-C451-4DFEA684E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12B5B4C-153D-FDC6-166B-B07D7715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575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3E1C8B-F89E-38AB-B88C-94D6D5F9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4B8939F-4562-3BC5-2BEC-D81DF51E1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154ED05-EA3C-8CBD-E8BD-CBEFC44F7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1FF9191-148C-ADB2-644A-44627FCB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556B9E-EE8E-8230-6CA2-5392FF68E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742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FACB3D-684D-F845-BCB0-6927F72A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02C545-4B49-7065-6D12-ED6B585BE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DF481D1-AC5A-5079-66C8-5FBB84275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D778CA5-12C2-27DB-3953-C8C370F9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0E33DE2-5CCC-5ACB-037E-7DFC4CF8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6B914C8-F200-CFDE-64BC-22721B76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485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35FF82-EB45-435E-92C5-9357F569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E84EC78-F5F9-9D53-23DD-DBD197F9B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4AD5AE0-1F58-546F-0B31-5324EE9EE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B805B73-F48D-3204-ECC1-B91EDCED4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185AE7D-F665-CC1C-4482-C8087109B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7A1B0232-EAF3-E3DB-EFE7-049C147C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637AE88-B082-0D7B-6D38-8D261D7B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F545452-CACC-2FE9-0250-F3C6856D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438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B048DD-77AD-00D7-3D60-4DC54D61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BC63953-D508-3F0C-1D7A-E1228A6D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6B73FCE-2C99-3348-4119-92C508C3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941BF01-3B95-E683-7C16-50075307B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75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890DDAB-DA3E-AC5E-BB18-AF9289C2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0125B47-F180-FF24-B31D-9EC989D5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32FB7F1-98A0-F2B5-B865-19578E68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197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021026-9097-24B5-1C4F-ED3AB499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71AAA23-0C13-F88C-0CEB-6621119C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6C47A10-1ECF-80F4-11C0-1B79CD95D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0E3B542-F367-D04D-D29E-8A06EBC3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0D1F55D-1F01-B3ED-D4B5-3C347BB3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B742112-C697-5616-0648-4E5148E4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683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050494-2AB7-7692-6FAF-3D23E25A3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A76824E-C719-CA85-153A-5F077E120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95CE757-84B6-2A14-890F-A4164B309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37FC09B-483A-8ACB-BE8B-7ECD5A83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7D48A81-AD13-33D9-8598-2FD7EE48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F65AC49-76D9-FCA4-F88A-C5096B01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7320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2EE20C-D6A2-7943-C509-F35688DA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C22F542-DCC3-881E-56E2-F82345C61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40AF0A0-01DC-6277-3440-48CACA8D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6CDC852-FBAD-BD47-AD0C-66E7C736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72F6F2B-BE6B-6865-5AFC-B79CC857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722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46CB0C8-833D-12BD-A9A0-62EDD2DF4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A064E69-5EDC-8569-D9CB-980E924E0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C395AA1-D09A-C888-ED36-440F57F1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9EE09FD-DBA9-877A-AC5A-E90EBD35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BFA3CDC-3AE7-C210-28EC-F3723C73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385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FDB71F3-7E1F-F615-E582-46A4D03C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9C88AF7-DDA9-46C0-F43A-042809BC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6A7225F-B2AD-2A0B-3605-2338181FD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B8C6A-415E-4DC9-905A-C6C3FFF550EC}" type="datetimeFigureOut">
              <a:rPr lang="he-IL" smtClean="0"/>
              <a:t>ד' ניסן 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0F6B103-F74A-EA9A-13A5-F4F0E3EB6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90BE84-AAEA-E131-24B6-F9801EDAF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B7574-A398-4941-AE28-772BE2D51D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390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48149B73-99BC-0368-A8A6-601F01374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31"/>
          <a:stretch>
            <a:fillRect/>
          </a:stretch>
        </p:blipFill>
        <p:spPr>
          <a:xfrm>
            <a:off x="0" y="467367"/>
            <a:ext cx="12192000" cy="5923265"/>
          </a:xfrm>
          <a:prstGeom prst="rect">
            <a:avLst/>
          </a:prstGeom>
        </p:spPr>
      </p:pic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3CD3DCB1-17E0-1DEE-6998-769CD1C85182}"/>
              </a:ext>
            </a:extLst>
          </p:cNvPr>
          <p:cNvCxnSpPr/>
          <p:nvPr/>
        </p:nvCxnSpPr>
        <p:spPr>
          <a:xfrm>
            <a:off x="1944103" y="5176386"/>
            <a:ext cx="3529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מחבר ישר 46">
            <a:extLst>
              <a:ext uri="{FF2B5EF4-FFF2-40B4-BE49-F238E27FC236}">
                <a16:creationId xmlns:a16="http://schemas.microsoft.com/office/drawing/2014/main" id="{DADBE32F-0C26-8C95-EFAD-A16B48BBE154}"/>
              </a:ext>
            </a:extLst>
          </p:cNvPr>
          <p:cNvCxnSpPr/>
          <p:nvPr/>
        </p:nvCxnSpPr>
        <p:spPr>
          <a:xfrm flipH="1" flipV="1">
            <a:off x="2191893" y="5787390"/>
            <a:ext cx="58015" cy="285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מחבר ישר 47">
            <a:extLst>
              <a:ext uri="{FF2B5EF4-FFF2-40B4-BE49-F238E27FC236}">
                <a16:creationId xmlns:a16="http://schemas.microsoft.com/office/drawing/2014/main" id="{4B926C59-9E01-582F-D4DF-41A47620B6E8}"/>
              </a:ext>
            </a:extLst>
          </p:cNvPr>
          <p:cNvCxnSpPr>
            <a:cxnSpLocks/>
          </p:cNvCxnSpPr>
          <p:nvPr/>
        </p:nvCxnSpPr>
        <p:spPr>
          <a:xfrm flipH="1">
            <a:off x="2034540" y="5807392"/>
            <a:ext cx="62819" cy="195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קשת 50">
            <a:extLst>
              <a:ext uri="{FF2B5EF4-FFF2-40B4-BE49-F238E27FC236}">
                <a16:creationId xmlns:a16="http://schemas.microsoft.com/office/drawing/2014/main" id="{8F20AB49-0B11-26D7-7D18-56BFDF2EFD91}"/>
              </a:ext>
            </a:extLst>
          </p:cNvPr>
          <p:cNvSpPr/>
          <p:nvPr/>
        </p:nvSpPr>
        <p:spPr>
          <a:xfrm rot="8208814">
            <a:off x="2071702" y="5695929"/>
            <a:ext cx="118422" cy="135846"/>
          </a:xfrm>
          <a:prstGeom prst="arc">
            <a:avLst>
              <a:gd name="adj1" fmla="val 14485631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53" name="תמונה 52">
            <a:extLst>
              <a:ext uri="{FF2B5EF4-FFF2-40B4-BE49-F238E27FC236}">
                <a16:creationId xmlns:a16="http://schemas.microsoft.com/office/drawing/2014/main" id="{42089BB8-28D7-605D-17C2-8C8889199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4017511" y="4975640"/>
            <a:ext cx="497304" cy="920685"/>
          </a:xfrm>
          <a:prstGeom prst="rect">
            <a:avLst/>
          </a:prstGeom>
        </p:spPr>
      </p:pic>
      <p:pic>
        <p:nvPicPr>
          <p:cNvPr id="55" name="תמונה 54">
            <a:extLst>
              <a:ext uri="{FF2B5EF4-FFF2-40B4-BE49-F238E27FC236}">
                <a16:creationId xmlns:a16="http://schemas.microsoft.com/office/drawing/2014/main" id="{1191096A-0BEB-7BF6-7E0C-5D63B482E3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1944493" y="4977957"/>
            <a:ext cx="494800" cy="916049"/>
          </a:xfrm>
          <a:prstGeom prst="rect">
            <a:avLst/>
          </a:prstGeom>
        </p:spPr>
      </p:pic>
      <p:pic>
        <p:nvPicPr>
          <p:cNvPr id="57" name="תמונה 56">
            <a:extLst>
              <a:ext uri="{FF2B5EF4-FFF2-40B4-BE49-F238E27FC236}">
                <a16:creationId xmlns:a16="http://schemas.microsoft.com/office/drawing/2014/main" id="{3AB6E2BE-D9B4-7A95-2E3B-407D2C3A92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6078341" y="4977955"/>
            <a:ext cx="524185" cy="916051"/>
          </a:xfrm>
          <a:prstGeom prst="rect">
            <a:avLst/>
          </a:prstGeom>
        </p:spPr>
      </p:pic>
      <p:pic>
        <p:nvPicPr>
          <p:cNvPr id="59" name="תמונה 58">
            <a:extLst>
              <a:ext uri="{FF2B5EF4-FFF2-40B4-BE49-F238E27FC236}">
                <a16:creationId xmlns:a16="http://schemas.microsoft.com/office/drawing/2014/main" id="{246B2F65-81B8-5C3F-6128-3BFC05E2EA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8417261" y="4994806"/>
            <a:ext cx="528492" cy="916052"/>
          </a:xfrm>
          <a:prstGeom prst="rect">
            <a:avLst/>
          </a:prstGeom>
        </p:spPr>
      </p:pic>
      <p:pic>
        <p:nvPicPr>
          <p:cNvPr id="61" name="תמונה 60">
            <a:extLst>
              <a:ext uri="{FF2B5EF4-FFF2-40B4-BE49-F238E27FC236}">
                <a16:creationId xmlns:a16="http://schemas.microsoft.com/office/drawing/2014/main" id="{9DD323F5-270E-81C1-21EB-7368E2727F34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26180D"/>
              </a:clrFrom>
              <a:clrTo>
                <a:srgbClr val="26180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0118698" y="4979200"/>
            <a:ext cx="559708" cy="9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4461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רייכמן</dc:creator>
  <cp:lastModifiedBy>יהודה רייכמן</cp:lastModifiedBy>
  <cp:revision>3</cp:revision>
  <dcterms:created xsi:type="dcterms:W3CDTF">2026-03-22T18:17:24Z</dcterms:created>
  <dcterms:modified xsi:type="dcterms:W3CDTF">2026-03-22T18:37:28Z</dcterms:modified>
</cp:coreProperties>
</file>